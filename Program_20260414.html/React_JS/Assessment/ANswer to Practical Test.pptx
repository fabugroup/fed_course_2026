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43"/>
  </p:normalViewPr>
  <p:slideViewPr>
    <p:cSldViewPr snapToGrid="0">
      <p:cViewPr varScale="1">
        <p:scale>
          <a:sx n="76" d="100"/>
          <a:sy n="76" d="100"/>
        </p:scale>
        <p:origin x="17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4AD79-829B-C181-DC27-26768552F5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943EB-7E61-BB5F-C073-0BC1448FB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A8121-8485-2909-D43E-0DCC9E40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6104B-D185-E14F-885E-8F124846D1D0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84C4C-5E9F-57A1-5920-EDE31E04F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D2D8A-FDEE-BA8D-A1B6-83C5187E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E0C-DFAD-1F47-9A2A-F3D3C6300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17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A90D-753C-44B1-08DF-D04C5E33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A3421-07B7-5B19-C8EB-72DEC7AA7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D5D9B-234E-E7A9-C17E-83ED5CF2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6104B-D185-E14F-885E-8F124846D1D0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5FDC1-CC88-8874-3A87-FA4262795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BE264-424C-B4AC-40D1-5015F6C8D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E0C-DFAD-1F47-9A2A-F3D3C6300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16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C4584-DDDE-385D-0F65-8ED1EBDE5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F52D5-9A0D-8718-A1B0-9CE11A7AE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695B8-24E3-419F-6D5E-33D8B16D4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6104B-D185-E14F-885E-8F124846D1D0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A1CD5-04D8-8727-7669-AE626B68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13A06-E9E4-B0F8-C070-232D6528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E0C-DFAD-1F47-9A2A-F3D3C6300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51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E358-E387-B7EE-1496-D01691CF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9D98A-AD99-427F-9DD8-4458F2262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00284-DF73-7B94-FEDF-80096D019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6752E-14AA-078B-6586-61235A676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6104B-D185-E14F-885E-8F124846D1D0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4684E-3B02-AE7A-5770-9E569FBB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FB4DA-602C-44AB-01C1-3BF12B7B2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E0C-DFAD-1F47-9A2A-F3D3C6300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8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4A19B-60C2-8FEC-A19F-0182C454F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CFFA2-0518-2AE1-27CE-A0FAB0DA3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92CEC-1C28-4576-BF01-D6F15AB57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4C43E2-C7DE-F6D6-B87C-86F01E5BFB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F8258-10A6-7304-D8F8-83A2C5AB5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14A1FB-0C1B-B561-56C3-7C39E9AB3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6104B-D185-E14F-885E-8F124846D1D0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B75C3-3AD0-9AB0-8ED6-7B6AC279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6D6FE-C547-627C-26AD-916CC6576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E0C-DFAD-1F47-9A2A-F3D3C6300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6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33C2-1418-4765-8CE9-1F227D551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795233-E351-B6A4-A743-8A9B421C5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6104B-D185-E14F-885E-8F124846D1D0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6C5C1-ADA4-762C-CBD1-D73707F0D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7159A-EF1C-5DCF-3562-C1BEE3A5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E0C-DFAD-1F47-9A2A-F3D3C6300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4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BB38E-C49C-1473-E148-BEC8C57E8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6104B-D185-E14F-885E-8F124846D1D0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456D3-F2DE-6B8B-CD37-30BF2886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A9233-85E0-67BA-6052-DF8CBE0B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E0C-DFAD-1F47-9A2A-F3D3C6300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49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EAD1E-4FD8-4892-E88C-F95C0F466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5717-4369-4D46-C3EE-A9C21269F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A2F94-526F-4B6A-5E83-A35F2B19D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D50B0-4432-3A6A-A82E-256653CA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6104B-D185-E14F-885E-8F124846D1D0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8B8F8-DCEC-671B-B35C-66CD1682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419A-3BD2-D436-E994-16676B2E9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E0C-DFAD-1F47-9A2A-F3D3C6300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4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B15CA-CF71-82B8-00E7-4F0471649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7D07A-936E-7AD0-E7A2-2DA1FD82C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6783C-5D72-2C4C-5D5D-B63F57AA0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E479B-8659-EFC5-1E8A-6BEAC6E37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6104B-D185-E14F-885E-8F124846D1D0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C75EB-0BEB-6680-76EF-9E1484D43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39223-1E4C-70D8-229A-DAA50CC8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E0C-DFAD-1F47-9A2A-F3D3C6300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3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A183-88F8-9F60-ACEF-2EA59101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89847-03BB-6898-C382-2D8BAD1BC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81FBB-76C7-908A-2016-07649239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6104B-D185-E14F-885E-8F124846D1D0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80E44-E3AD-25AE-E503-77E369563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90C92-317D-EF48-760A-5D3237C91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E0C-DFAD-1F47-9A2A-F3D3C6300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79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F53448-9CCC-412F-F085-A78C72413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251F24-A189-6721-EF7F-D43990935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9377D-032A-7A8B-BFBC-B74BFF06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6104B-D185-E14F-885E-8F124846D1D0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3907A-0E58-B63D-CF56-5C6E7B0D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5D1B3-61A6-9455-2736-16AF52100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E0C-DFAD-1F47-9A2A-F3D3C6300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23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1C5293-669E-E48E-7861-15AF4D949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08EAC-D713-9B0E-D466-1AE7A13E0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FB4A0-AADA-0155-2DF8-79A262A3A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6104B-D185-E14F-885E-8F124846D1D0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ACBF4-BB23-A642-83FA-352C1CD251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C59CC-B257-5661-9EE0-08F955A611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21E0C-DFAD-1F47-9A2A-F3D3C6300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6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896196-55A9-3BB3-DB57-7B56D751F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91" y="1721431"/>
            <a:ext cx="7735233" cy="47093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E80182-8A34-BDB6-5934-2923FF5C5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260" y="254832"/>
            <a:ext cx="3643990" cy="31119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FD134D-2993-C36C-4923-F1CD638C4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07" y="3546018"/>
            <a:ext cx="3626931" cy="29080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7990CE-24C1-E22D-AB67-60E7D53E8436}"/>
              </a:ext>
            </a:extLst>
          </p:cNvPr>
          <p:cNvSpPr txBox="1"/>
          <p:nvPr/>
        </p:nvSpPr>
        <p:spPr>
          <a:xfrm>
            <a:off x="1894798" y="226424"/>
            <a:ext cx="6100996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900" kern="0" dirty="0">
                <a:solidFill>
                  <a:srgbClr val="27354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Objective: Create a React component called </a:t>
            </a:r>
            <a:r>
              <a:rPr lang="en-SG" sz="900" kern="0" dirty="0" err="1">
                <a:solidFill>
                  <a:srgbClr val="C71F2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StudentCard</a:t>
            </a:r>
            <a:r>
              <a:rPr lang="en-SG" sz="900" kern="0" dirty="0">
                <a:solidFill>
                  <a:srgbClr val="27354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SG" sz="900" kern="100" dirty="0"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>
              <a:buNone/>
            </a:pPr>
            <a:r>
              <a:rPr lang="en-SG" sz="900" kern="0" dirty="0">
                <a:solidFill>
                  <a:srgbClr val="27354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Requirements</a:t>
            </a:r>
            <a:endParaRPr lang="en-SG" sz="900" kern="100" dirty="0"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SG" sz="900" kern="0" dirty="0">
                <a:solidFill>
                  <a:srgbClr val="27354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Display:</a:t>
            </a:r>
            <a:endParaRPr lang="en-SG" sz="900" kern="100" dirty="0"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SG" sz="900" kern="0" dirty="0">
                <a:solidFill>
                  <a:srgbClr val="27354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Student Name</a:t>
            </a:r>
            <a:endParaRPr lang="en-SG" sz="900" kern="100" dirty="0"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SG" sz="900" kern="0" dirty="0">
                <a:solidFill>
                  <a:srgbClr val="27354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Course Name</a:t>
            </a:r>
            <a:endParaRPr lang="en-SG" sz="900" kern="100" dirty="0"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SG" sz="900" kern="0" dirty="0">
                <a:solidFill>
                  <a:srgbClr val="27354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Email Address</a:t>
            </a:r>
            <a:endParaRPr lang="en-SG" sz="900" kern="100" dirty="0"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SG" sz="900" kern="0" dirty="0">
                <a:solidFill>
                  <a:srgbClr val="27354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Use </a:t>
            </a:r>
            <a:r>
              <a:rPr lang="en-SG" sz="900" b="1" kern="0" dirty="0">
                <a:solidFill>
                  <a:srgbClr val="27354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props</a:t>
            </a:r>
            <a:r>
              <a:rPr lang="en-SG" sz="900" kern="0" dirty="0">
                <a:solidFill>
                  <a:srgbClr val="27354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to pass the data.</a:t>
            </a:r>
            <a:endParaRPr lang="en-SG" sz="900" kern="100" dirty="0"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>
              <a:buNone/>
            </a:pPr>
            <a:r>
              <a:rPr lang="en-SG" sz="900" kern="0" dirty="0">
                <a:solidFill>
                  <a:srgbClr val="27354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Display the information inside a styled card.</a:t>
            </a:r>
            <a:br>
              <a:rPr lang="en-SG" sz="900" kern="0" dirty="0">
                <a:solidFill>
                  <a:srgbClr val="27354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60BFC2-D6B8-1A8C-4D6B-37DD1355C8D9}"/>
              </a:ext>
            </a:extLst>
          </p:cNvPr>
          <p:cNvSpPr txBox="1"/>
          <p:nvPr/>
        </p:nvSpPr>
        <p:spPr>
          <a:xfrm>
            <a:off x="292100" y="165100"/>
            <a:ext cx="126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 1</a:t>
            </a:r>
          </a:p>
        </p:txBody>
      </p:sp>
    </p:spTree>
    <p:extLst>
      <p:ext uri="{BB962C8B-B14F-4D97-AF65-F5344CB8AC3E}">
        <p14:creationId xmlns:p14="http://schemas.microsoft.com/office/powerpoint/2010/main" val="2107386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ACABB-0E5C-7B03-22D4-9E5928D9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8572CA-7186-4304-DEF5-3BC8EAFAB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06" y="1663700"/>
            <a:ext cx="7772400" cy="48830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80A2DD-C528-7443-4B37-A07334B4CB9B}"/>
              </a:ext>
            </a:extLst>
          </p:cNvPr>
          <p:cNvSpPr txBox="1"/>
          <p:nvPr/>
        </p:nvSpPr>
        <p:spPr>
          <a:xfrm>
            <a:off x="1894798" y="226424"/>
            <a:ext cx="61009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dirty="0">
                <a:latin typeface="Arial" panose="020B0604020202020204" pitchFamily="34" charset="0"/>
                <a:cs typeface="Arial" panose="020B0604020202020204" pitchFamily="34" charset="0"/>
              </a:rPr>
              <a:t>Objective		</a:t>
            </a:r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Create a counter application using React state.</a:t>
            </a:r>
          </a:p>
          <a:p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Requirements		Display the current count.</a:t>
            </a:r>
          </a:p>
          <a:p>
            <a:pPr lvl="0"/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Add:</a:t>
            </a:r>
          </a:p>
          <a:p>
            <a:pPr lvl="1"/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	Increment Button</a:t>
            </a:r>
          </a:p>
          <a:p>
            <a:pPr lvl="1"/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	Decrement Button</a:t>
            </a:r>
          </a:p>
          <a:p>
            <a:pPr lvl="1"/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	Reset Button</a:t>
            </a:r>
          </a:p>
          <a:p>
            <a:pPr lvl="1"/>
            <a:endParaRPr lang="en-SG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Initial count should be 0.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50D7B-C9CC-06A9-9DD4-881E27894661}"/>
              </a:ext>
            </a:extLst>
          </p:cNvPr>
          <p:cNvSpPr txBox="1"/>
          <p:nvPr/>
        </p:nvSpPr>
        <p:spPr>
          <a:xfrm>
            <a:off x="292100" y="165100"/>
            <a:ext cx="126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D9658F-C302-B389-B4AF-84717F84A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599" y="151984"/>
            <a:ext cx="3700517" cy="429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E5B0C6-D127-B342-C4F1-DDD8C5571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307" y="4549316"/>
            <a:ext cx="3709833" cy="202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29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07D2-CF07-AE21-44C1-750C460C0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9241D-F082-C7E1-F2D6-F1251579CA39}"/>
              </a:ext>
            </a:extLst>
          </p:cNvPr>
          <p:cNvSpPr txBox="1"/>
          <p:nvPr/>
        </p:nvSpPr>
        <p:spPr>
          <a:xfrm>
            <a:off x="1894798" y="226424"/>
            <a:ext cx="57252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dirty="0">
                <a:latin typeface="Arial" panose="020B0604020202020204" pitchFamily="34" charset="0"/>
                <a:cs typeface="Arial" panose="020B0604020202020204" pitchFamily="34" charset="0"/>
              </a:rPr>
              <a:t>Objective		</a:t>
            </a:r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 Implementing the ReactJS Component.</a:t>
            </a:r>
          </a:p>
          <a:p>
            <a:r>
              <a:rPr lang="en-SG" sz="1000" b="1" dirty="0">
                <a:latin typeface="Arial" panose="020B0604020202020204" pitchFamily="34" charset="0"/>
                <a:cs typeface="Arial" panose="020B0604020202020204" pitchFamily="34" charset="0"/>
              </a:rPr>
              <a:t>Requirements		</a:t>
            </a:r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1. Create a ReactJS Component:</a:t>
            </a:r>
          </a:p>
          <a:p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     a) In </a:t>
            </a:r>
            <a:r>
              <a:rPr lang="en-SG" sz="1000" dirty="0" err="1">
                <a:latin typeface="Arial" panose="020B0604020202020204" pitchFamily="34" charset="0"/>
                <a:cs typeface="Arial" panose="020B0604020202020204" pitchFamily="34" charset="0"/>
              </a:rPr>
              <a:t>App.jsx</a:t>
            </a:r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, write a ReactJS component named Greeting that </a:t>
            </a:r>
          </a:p>
          <a:p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          displays "Hello from ReactJS!"</a:t>
            </a:r>
          </a:p>
          <a:p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 	</a:t>
            </a:r>
          </a:p>
          <a:p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2. Verify the ReactJS Output:</a:t>
            </a:r>
          </a:p>
          <a:p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    a) Open App in a browser to check that the ReactJS component </a:t>
            </a:r>
          </a:p>
          <a:p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        displays correctly.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0B661-EAE8-EB9D-56D1-C3DFFC0784E3}"/>
              </a:ext>
            </a:extLst>
          </p:cNvPr>
          <p:cNvSpPr txBox="1"/>
          <p:nvPr/>
        </p:nvSpPr>
        <p:spPr>
          <a:xfrm>
            <a:off x="292100" y="165100"/>
            <a:ext cx="126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4BF79A-19D8-16BE-2566-CF919CCDD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45" y="1638809"/>
            <a:ext cx="7374855" cy="49569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32D0EE-6D26-79EB-C94A-B72221267E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968"/>
          <a:stretch>
            <a:fillRect/>
          </a:stretch>
        </p:blipFill>
        <p:spPr>
          <a:xfrm>
            <a:off x="7823199" y="241300"/>
            <a:ext cx="4152901" cy="17637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1165C5-4C03-C7CC-E940-FCAAFD4FE6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924"/>
          <a:stretch>
            <a:fillRect/>
          </a:stretch>
        </p:blipFill>
        <p:spPr>
          <a:xfrm>
            <a:off x="7848600" y="2120900"/>
            <a:ext cx="4127500" cy="21815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41A05EA-5E12-40EE-0EA2-F228267D1E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032"/>
          <a:stretch>
            <a:fillRect/>
          </a:stretch>
        </p:blipFill>
        <p:spPr>
          <a:xfrm>
            <a:off x="7835900" y="4397498"/>
            <a:ext cx="4152900" cy="220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81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673BC-A885-D9B9-38D5-DC76C7B07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1D05A4-DD1B-AD09-5DE0-B5E547C16EB1}"/>
              </a:ext>
            </a:extLst>
          </p:cNvPr>
          <p:cNvSpPr txBox="1"/>
          <p:nvPr/>
        </p:nvSpPr>
        <p:spPr>
          <a:xfrm>
            <a:off x="1894798" y="226424"/>
            <a:ext cx="572520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dirty="0">
                <a:latin typeface="Arial" panose="020B0604020202020204" pitchFamily="34" charset="0"/>
                <a:cs typeface="Arial" panose="020B0604020202020204" pitchFamily="34" charset="0"/>
              </a:rPr>
              <a:t>Objective		</a:t>
            </a:r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Display a list of products using React.</a:t>
            </a:r>
          </a:p>
          <a:p>
            <a:r>
              <a:rPr lang="en-SG" sz="1000" b="1" dirty="0">
                <a:latin typeface="Arial" panose="020B0604020202020204" pitchFamily="34" charset="0"/>
                <a:cs typeface="Arial" panose="020B0604020202020204" pitchFamily="34" charset="0"/>
              </a:rPr>
              <a:t>Requirements		</a:t>
            </a:r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Create an array:</a:t>
            </a:r>
          </a:p>
          <a:p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SG" sz="1000" dirty="0" err="1"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 products = [</a:t>
            </a:r>
            <a:b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	  { id: 1, name: "Laptop", price: 50000 },</a:t>
            </a:r>
            <a:b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 			 { id: 2, name: "Mobile", price: 25000 },</a:t>
            </a:r>
            <a:b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 			 { id: 3, name: "Headphones", price: 2000 }</a:t>
            </a:r>
            <a:b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	];</a:t>
            </a:r>
          </a:p>
          <a:p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Write a react component to display the  output on the browser </a:t>
            </a:r>
          </a:p>
          <a:p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should be as follows</a:t>
            </a:r>
          </a:p>
          <a:p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	Laptop      $50000</a:t>
            </a:r>
            <a:b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	Mobile      $25000</a:t>
            </a:r>
            <a:b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SG" sz="1000" dirty="0">
                <a:latin typeface="Arial" panose="020B0604020202020204" pitchFamily="34" charset="0"/>
                <a:cs typeface="Arial" panose="020B0604020202020204" pitchFamily="34" charset="0"/>
              </a:rPr>
              <a:t>			Headphones  $2000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3958A-F39B-652B-BFA5-86FCA2672014}"/>
              </a:ext>
            </a:extLst>
          </p:cNvPr>
          <p:cNvSpPr txBox="1"/>
          <p:nvPr/>
        </p:nvSpPr>
        <p:spPr>
          <a:xfrm>
            <a:off x="292100" y="165100"/>
            <a:ext cx="126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 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7B82F6-9C45-2C9E-A6B8-844D971B1E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582"/>
          <a:stretch>
            <a:fillRect/>
          </a:stretch>
        </p:blipFill>
        <p:spPr>
          <a:xfrm>
            <a:off x="282485" y="2370667"/>
            <a:ext cx="7772400" cy="4216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752DF3-15B7-7275-CA76-99A08FFB3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458" y="355600"/>
            <a:ext cx="3660647" cy="41931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AF6659-50F0-9481-1E8B-9E79EE46B0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947"/>
          <a:stretch>
            <a:fillRect/>
          </a:stretch>
        </p:blipFill>
        <p:spPr>
          <a:xfrm>
            <a:off x="8347326" y="4775200"/>
            <a:ext cx="3641473" cy="179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36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85BDB-09BA-D3DF-40C7-93B19E132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451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7C309-9F92-F4F9-6573-70747A09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995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295</Words>
  <Application>Microsoft Macintosh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 Chua</dc:creator>
  <cp:lastModifiedBy>Johnny Chua</cp:lastModifiedBy>
  <cp:revision>6</cp:revision>
  <cp:lastPrinted>2026-06-20T08:06:31Z</cp:lastPrinted>
  <dcterms:created xsi:type="dcterms:W3CDTF">2026-06-20T06:57:58Z</dcterms:created>
  <dcterms:modified xsi:type="dcterms:W3CDTF">2026-06-20T08:08:40Z</dcterms:modified>
</cp:coreProperties>
</file>